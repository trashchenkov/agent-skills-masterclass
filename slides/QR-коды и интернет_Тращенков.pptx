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1" y="8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63894" name="Блок-схема: альтернативный процесс 82663893"/>
          <p:cNvSpPr/>
          <p:nvPr/>
        </p:nvSpPr>
        <p:spPr bwMode="auto">
          <a:xfrm>
            <a:off x="387726" y="341497"/>
            <a:ext cx="6789362" cy="5859277"/>
          </a:xfrm>
          <a:prstGeom prst="flowChartAlternateProcess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4956386" name="TextBox 1704956385"/>
          <p:cNvSpPr txBox="1"/>
          <p:nvPr/>
        </p:nvSpPr>
        <p:spPr bwMode="auto">
          <a:xfrm>
            <a:off x="7481888" y="1551603"/>
            <a:ext cx="4442962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>
                <a:solidFill>
                  <a:schemeClr val="bg1"/>
                </a:solidFill>
              </a:rPr>
              <a:t>Оценить </a:t>
            </a:r>
            <a:r>
              <a:rPr lang="ru-RU">
                <a:solidFill>
                  <a:schemeClr val="bg1"/>
                </a:solidFill>
              </a:rPr>
              <a:t>мастер-класс </a:t>
            </a: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solidFill>
                  <a:schemeClr val="bg1"/>
                </a:solidFill>
              </a:rPr>
              <a:t>«</a:t>
            </a:r>
            <a:r>
              <a:rPr dirty="0" err="1">
                <a:solidFill>
                  <a:schemeClr val="bg1"/>
                </a:solidFill>
              </a:rPr>
              <a:t>Один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агент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любая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задача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lang="ru-RU" sz="180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реализуем </a:t>
            </a:r>
            <a:r>
              <a:rPr dirty="0" err="1">
                <a:solidFill>
                  <a:schemeClr val="bg1"/>
                </a:solidFill>
              </a:rPr>
              <a:t>скиллы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на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LangChain</a:t>
            </a:r>
            <a:r>
              <a:rPr dirty="0">
                <a:solidFill>
                  <a:schemeClr val="bg1"/>
                </a:solidFill>
              </a:rPr>
              <a:t> с </a:t>
            </a:r>
            <a:r>
              <a:rPr dirty="0" err="1">
                <a:solidFill>
                  <a:schemeClr val="bg1"/>
                </a:solidFill>
              </a:rPr>
              <a:t>нуля</a:t>
            </a:r>
            <a:r>
              <a:rPr lang="ru-RU" dirty="0">
                <a:solidFill>
                  <a:schemeClr val="bg1"/>
                </a:solidFill>
              </a:rPr>
              <a:t>"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565883359" name="Рисунок 56588335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34868" y="574013"/>
            <a:ext cx="5418320" cy="5418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038828" name="Блок-схема: альтернативный процесс 1642038827"/>
          <p:cNvSpPr/>
          <p:nvPr/>
        </p:nvSpPr>
        <p:spPr bwMode="auto">
          <a:xfrm>
            <a:off x="335339" y="419045"/>
            <a:ext cx="6336924" cy="6105580"/>
          </a:xfrm>
          <a:prstGeom prst="flowChartAlternateProcess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9661311" name="TextBox 1239661310"/>
          <p:cNvSpPr txBox="1"/>
          <p:nvPr/>
        </p:nvSpPr>
        <p:spPr bwMode="auto">
          <a:xfrm>
            <a:off x="597277" y="2498072"/>
            <a:ext cx="5630168" cy="18618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dirty="0"/>
              <a:t>Wi-Fi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000" dirty="0"/>
              <a:t>Сеть: </a:t>
            </a:r>
            <a:r>
              <a:rPr lang="en-US" sz="4000" dirty="0" err="1"/>
              <a:t>GenAI</a:t>
            </a:r>
            <a:endParaRPr lang="en-US" sz="4000" dirty="0"/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000" dirty="0"/>
              <a:t>Пароль: </a:t>
            </a:r>
            <a:r>
              <a:rPr lang="en-US" sz="4000" dirty="0"/>
              <a:t>SberAI2026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563662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23</Words>
  <Application>Microsoft Office PowerPoint</Application>
  <DocSecurity>0</DocSecurity>
  <PresentationFormat>Широкоэкранный</PresentationFormat>
  <Paragraphs>5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Yuliya Palachova</dc:creator>
  <cp:keywords/>
  <dc:description/>
  <cp:lastModifiedBy>Yuliya Palachova</cp:lastModifiedBy>
  <cp:revision>9</cp:revision>
  <dcterms:modified xsi:type="dcterms:W3CDTF">2026-04-17T11:28:40Z</dcterms:modified>
  <cp:category/>
  <dc:identifier/>
  <cp:contentStatus/>
  <dc:language/>
  <cp:version/>
</cp:coreProperties>
</file>